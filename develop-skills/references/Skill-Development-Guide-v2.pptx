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Complete Guide to Building Skills for DolphinDB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开发分享会 | jrzhang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简介（Introduction）</a:t>
            </a:r>
          </a:p>
          <a:p>
            <a:pPr/>
            <a:r>
              <a:t>2. 基础（Fundamentals）</a:t>
            </a:r>
          </a:p>
          <a:p>
            <a:pPr/>
            <a:r>
              <a:t>3. 规划与设计（Planning and Design）</a:t>
            </a:r>
          </a:p>
          <a:p>
            <a:pPr/>
            <a:r>
              <a:t>4. 测试与迭代（Testing and Iteration）</a:t>
            </a:r>
          </a:p>
          <a:p>
            <a:pPr/>
            <a:r>
              <a:t>5. 分发与共享（Distribution and Sharing）</a:t>
            </a:r>
          </a:p>
          <a:p>
            <a:pPr/>
            <a:r>
              <a:t>6. 模式与故障排除（Patterns and Troubleshooting）</a:t>
            </a:r>
          </a:p>
          <a:p>
            <a:pPr/>
            <a:r>
              <a:t>7. 资源与结语（Resources and References）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简介：先厘清四个概念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自行车=Tool（或 MCP）; 把手脚踏=接口协议; 骑车上班=Task; 人=Agent</a:t>
            </a:r>
          </a:p>
          <a:p>
            <a:pPr/>
            <a:r>
              <a:t>Skill 是“骑车方法论”，不是任务本身、不是工具本身、也不是 Agent 本体</a:t>
            </a:r>
          </a:p>
          <a:p>
            <a:pPr/>
            <a:r>
              <a:t>价值：一次教会，反复复用，减少重复提示成本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基础：渐进式加载架构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Level 1 Metadata：启动必载，仅 name/description（低 token）</a:t>
            </a:r>
          </a:p>
          <a:p>
            <a:pPr/>
            <a:r>
              <a:t>Level 2 Instructions：触发时加载 SKILL.md 主体（中 token）</a:t>
            </a:r>
          </a:p>
          <a:p>
            <a:pPr/>
            <a:r>
              <a:t>Level 3+ Resources：按需读取 scripts/references（高容量、低上下文占用）</a:t>
            </a:r>
          </a:p>
          <a:p>
            <a:pPr/>
            <a:r>
              <a:t>结论：结构化 Skill 能避免上下文爆炸，同时保留领域深度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规划与设计：从用例倒推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先定义 2-3 个典型用例：触发词、步骤、工具、交付结果</a:t>
            </a:r>
          </a:p>
          <a:p>
            <a:pPr/>
            <a:r>
              <a:t>从真实复杂任务开局（如服务器代理部署/跨网调试）</a:t>
            </a:r>
          </a:p>
          <a:p>
            <a:pPr/>
            <a:r>
              <a:t>让 Agent 先跑通，再反向沉淀成 Skill 文件夹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测试与迭代：核心验收线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验收标准：A 跑通后，B 在同级模型和新环境也能跑通</a:t>
            </a:r>
          </a:p>
          <a:p>
            <a:pPr/>
            <a:r>
              <a:t>测试维度：触发测试、流程测试、结果测试</a:t>
            </a:r>
          </a:p>
          <a:p>
            <a:pPr/>
            <a:r>
              <a:t>节奏：第一轮最慢，后续迭代快速收敛（执行+复盘产出 Skill）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分发与共享：Doc as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旧范式：函数接口文档（面向人）</a:t>
            </a:r>
          </a:p>
          <a:p>
            <a:pPr/>
            <a:r>
              <a:t>新范式：Skill 文档（面向 Agent 可执行）</a:t>
            </a:r>
          </a:p>
          <a:p>
            <a:pPr/>
            <a:r>
              <a:t>组织实践：开发、文档、测试围绕 Skill 统一编排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模式与故障排除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模式1 顺序编排：多步骤可追踪</a:t>
            </a:r>
          </a:p>
          <a:p>
            <a:pPr/>
            <a:r>
              <a:t>模式2 多工具协作：跨 MCP/数据源联动</a:t>
            </a:r>
          </a:p>
          <a:p>
            <a:pPr/>
            <a:r>
              <a:t>模式3 迭代式改进：先可用后精化</a:t>
            </a:r>
          </a:p>
          <a:p>
            <a:pPr/>
            <a:r>
              <a:t>模式4 情境感知：根据输入动态选工具</a:t>
            </a:r>
          </a:p>
          <a:p>
            <a:pPr/>
            <a:r>
              <a:t>模式5 领域智能：沉淀专业 know-how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FICC 示例：从 3-4 小时到分钟级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链路：拉数据 -&gt; 曲线拟合 -&gt; 调用定价 -&gt; 基准核对</a:t>
            </a:r>
          </a:p>
          <a:p>
            <a:pPr/>
            <a:r>
              <a:t>首轮痛点：日计数、曲线插值、字段对齐、空值处理</a:t>
            </a:r>
          </a:p>
          <a:p>
            <a:pPr/>
            <a:r>
              <a:t>沉淀结果：`ficc_pricing_example.dos` 模板可复用</a:t>
            </a:r>
          </a:p>
          <a:p>
            <a:pPr/>
            <a:r>
              <a:t>收益：稳定性、速度、跨人协作效率显著提升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结语：Skill 是过渡层，也是组织复利层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每个人的 Skill 都不完美，但可通过共享与评审持续进化</a:t>
            </a:r>
          </a:p>
          <a:p>
            <a:pPr/>
            <a:r>
              <a:t>短中期：Skill 是企业级 Agent 落地的核心资产</a:t>
            </a:r>
          </a:p>
          <a:p>
            <a:pPr/>
            <a:r>
              <a:t>长期：随着模型内化增强，部分基础 Skill 可自然退场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会后资料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主指南：develop-skills/SKILL.md</a:t>
            </a:r>
          </a:p>
          <a:p>
            <a:pPr/>
            <a:r>
              <a:t>中文翻译：references/The-Complete-Guide-to-Building-Skill-for-Claude.zh.md</a:t>
            </a:r>
          </a:p>
          <a:p>
            <a:pPr/>
            <a:r>
              <a:t>在线文档：references/online-meeting-brief.md</a:t>
            </a:r>
          </a:p>
          <a:p>
            <a:pPr/>
            <a:r>
              <a:t>示例脚本：scripts/ficc_pricing_example.dos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