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 开发与沉淀指南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Meta-Skill : 构建可复用 Agent 技能的方法论</a:t>
            </a:r>
          </a:p>
          <a:p/>
          <a:p>
            <a:r>
              <a:t>jrzhang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引言：人类如何学会骑自行车？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自行车本身是一个 Tool (或 MCP Server)，提供通用接口 (把手、脚踏)。</a:t>
            </a:r>
          </a:p>
          <a:p>
            <a:pPr/>
            <a:r>
              <a:t>骑自行车上班是一个具体的 Task。</a:t>
            </a:r>
          </a:p>
          <a:p>
            <a:pPr/>
            <a:r>
              <a:t>骑车人 (我) 是一个 Agent。</a:t>
            </a:r>
          </a:p>
          <a:p>
            <a:pPr/>
            <a:r>
              <a:t>Skill 是一个可复用的、灵活的使用工具完成任务的方法论与工作流。</a:t>
            </a:r>
          </a:p>
          <a:p>
            <a:pPr/>
            <a:r>
              <a:t>不能复用 = 单次 Task 记录；不够灵活 = 死板的 Tool。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原理：Skills 的渐进式加载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1 (Metadata): Agent 启动时加载，消耗 ~100 tokens，包含 name 描述。</a:t>
            </a:r>
          </a:p>
          <a:p>
            <a:pPr/>
            <a:r>
              <a:t>Level 2 (Instructions): 触发 Skill 时加载，消耗 &lt; 5k tokens，包含 SKILL.md 指南。</a:t>
            </a:r>
          </a:p>
          <a:p>
            <a:pPr/>
            <a:r>
              <a:t>Level 3+ (Resources): 按需加载工具或代码执行，不在 Context 里占空间。</a:t>
            </a:r>
          </a:p>
          <a:p>
            <a:pPr/>
            <a:r>
              <a:t>机制优势：保证模型上下文不被瞬间撑爆，按需循级获取专业知识。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如何开发优秀的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核心法则：执行任务与复盘总结 (Task Execution &amp; Reflection)。</a:t>
            </a:r>
          </a:p>
          <a:p>
            <a:pPr/>
            <a:r>
              <a:t>让 Agent 完成一个复杂的任务 (例如：通过多步解决部署冲突)。</a:t>
            </a:r>
          </a:p>
          <a:p>
            <a:pPr/>
            <a:r>
              <a:t>过程中经历报错、踩坑与迭代拉扯。</a:t>
            </a:r>
          </a:p>
          <a:p>
            <a:pPr/>
            <a:r>
              <a:t>结尾要求 AI 提炼踩坑记录与成功代码，生成 Skill 文件夹。</a:t>
            </a:r>
          </a:p>
          <a:p>
            <a:pPr/>
            <a:r>
              <a:t>验证：换一个全新上下文，如果 Agent 能一次跑通，则开发成功。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危机？Skill 数量膨胀与内化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向上抽象与重构 (Abstraction)：把基础小技能 (踩脚踏) 归纳为高级技能 (骑自行车)，精简暴露给模型的 Prompt。</a:t>
            </a:r>
          </a:p>
          <a:p>
            <a:pPr/>
            <a:r>
              <a:t>自我内化 (Model Internalization)：长远看，模型自身在不断进化。</a:t>
            </a:r>
          </a:p>
          <a:p>
            <a:pPr/>
            <a:r>
              <a:t>我们用大量技能做任务的数据，将被大模型公司收集训练。</a:t>
            </a:r>
          </a:p>
          <a:p>
            <a:pPr/>
            <a:r>
              <a:t>未来这些外挂知识变成本能的“肌肉记忆”，我们便可以删减最基础的 Skill。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落地与倡议：DolphinX 与工作流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验收标准模型可复现：一个人总结的 Skill，另一个人换台电脑依然能被模型顺畅跑通。</a:t>
            </a:r>
          </a:p>
          <a:p>
            <a:pPr/>
            <a:r>
              <a:t>Doc as Skill (文档即 Skill)：过去是为函数写接口字典，现在以 Skill 为单位。</a:t>
            </a:r>
          </a:p>
          <a:p>
            <a:pPr/>
            <a:r>
              <a:t>只要提供了 SKILL.md 和 scripts，AI 就能在 DolphinX (Agent 平台) 上直接跑通流程。</a:t>
            </a:r>
          </a:p>
          <a:p>
            <a:pPr/>
            <a:r>
              <a:t>开发、文档、测试一体化，全部由 AI 顺发完成。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Showcase: FICC 固收产品定价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痛点：交易定价需处理结构复杂的数据 (拉取数据、曲线拟合、调函数、验证)。</a:t>
            </a:r>
          </a:p>
          <a:p>
            <a:pPr/>
            <a:r>
              <a:t>第一轮可能耗时 3-4 小时，经历各种隐式转换和缺字段的报错。</a:t>
            </a:r>
          </a:p>
          <a:p>
            <a:pPr/>
            <a:r>
              <a:t>固化出 ficc_pricing_example.dos 作为脚本案例。</a:t>
            </a:r>
          </a:p>
          <a:p>
            <a:pPr/>
            <a:r>
              <a:t>下一次在新会话中，只需一句话：'参考 FICC 定价 Skill，算下今天某债券价值'，Agent 秒间完成。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结语：拥抱过渡期的美学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不存在绝对完美的 Skill，基于不同需求每个人有差异，但开源共享会不断逼近完美。</a:t>
            </a:r>
          </a:p>
          <a:p>
            <a:pPr/>
            <a:r>
              <a:t>外挂式的 Skill 系统，只是通向 AGI 纪元的一个伟大的过渡。</a:t>
            </a:r>
          </a:p>
          <a:p>
            <a:pPr/>
            <a:r>
              <a:t>当模型内化了足够行业 Know-How，这些 Markdown 将功成身退。</a:t>
            </a:r>
          </a:p>
          <a:p>
            <a:pPr/>
            <a:r>
              <a:t>就像熟练骑车时，你绝不会在脑中复诵平衡原理的说明书。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